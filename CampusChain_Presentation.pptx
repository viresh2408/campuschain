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A2E"/>
                </a:solidFill>
                <a:latin typeface="Calibri"/>
              </a:rPr>
              <a:t>CampusChain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55555"/>
                </a:solidFill>
                <a:latin typeface="Calibri"/>
              </a:rPr>
              <a:t>Smart Campus Financial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320040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PROBLEM STATEMENT: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383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Unified Blockchain-Powered Campus Financial OS for Institutions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COLLEGE NAME: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886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A.P. Shah Institute of Technology, Thane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TEAM NAME: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389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ViTi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Calibri"/>
              </a:rPr>
              <a:t>TEAM MEMBERS: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892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Viresh Nair  |  Tanay Bhatkar  |  [Team ViTi]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Identifying gaps in how campus finances are currently 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Calibri"/>
              </a:rPr>
              <a:t>Clearly Defined Problem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Campus financial systems operate in fragmented silos — fee payments,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vendor transactions, event ticketing, and peer-to-peer transfers are all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handled by separate, disconnected tools with no unified oversight.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86584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Calibri"/>
              </a:rPr>
              <a:t>Domain &amp; Context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Higher Education | FinTech | Blockchain Technology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Affects students, faculty, vendors, and administrative staff daily.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Calibri"/>
              </a:rPr>
              <a:t>Key Challenges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Cash dependency on campus — no digital-first unified payment layer.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No transparent audit trail for inter-campus financial transactions.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Manual fee collection is slow, error-prone, and hard to reconcile.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Students have no visibility into spending patterns or balances.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07992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Calibri"/>
              </a:rPr>
              <a:t>Existing Inefficiencies &amp; Gaps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Current UPI/bank solutions lack campus-specific role-based controls.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No mechanism for admin-controlled token minting or disbursement.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Event ticketing involves paper-based or third-party tools (Insider, etc.).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Zero fraud detection or anomaly alerting in any existing campus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769864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  <a:latin typeface="Calibri"/>
              </a:rPr>
              <a:t>Impact on Stakeholders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Students: financial opacity, no instant transfer capability, cash hassles.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Admins: no real-time dashboards, manual reconciliation burden.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Vendors: delayed settlements, no digital transaction records.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  • Institution: compliance risk, no audit trail, fragmented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A unified, blockchain-backed campus financial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CampusChain is a full-stack, role-aware financial platform that runs on top of a Supabase-powered PostgreSQL backend with a blockchain-inspired immutable ledger. It allows admins to mint CampusCoin (CC), students to pay fees, transfer funds P2P, buy event tickets, and vendors to accept digital QR payments — all in one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High-Level 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11430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2560320" cy="960120"/>
          </a:xfrm>
          <a:prstGeom prst="rect">
            <a:avLst/>
          </a:prstGeom>
          <a:solidFill>
            <a:srgbClr val="F7F7F7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Calibri"/>
              </a:rPr>
              <a:t>Frontend
(Next.js + React)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606040"/>
            <a:ext cx="2560320" cy="960120"/>
          </a:xfrm>
          <a:prstGeom prst="rect">
            <a:avLst/>
          </a:prstGeom>
          <a:solidFill>
            <a:srgbClr val="F7F7F7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Calibri"/>
              </a:rPr>
              <a:t>API Layer
(Next.js Routes)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2560320" cy="960120"/>
          </a:xfrm>
          <a:prstGeom prst="rect">
            <a:avLst/>
          </a:prstGeom>
          <a:solidFill>
            <a:srgbClr val="F7F7F7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Calibri"/>
              </a:rPr>
              <a:t>Supabase
(PostgreSQL + Auth)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606040"/>
            <a:ext cx="2560320" cy="960120"/>
          </a:xfrm>
          <a:prstGeom prst="rect">
            <a:avLst/>
          </a:prstGeom>
          <a:solidFill>
            <a:srgbClr val="F7F7F7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74320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A1A2E"/>
                </a:solidFill>
                <a:latin typeface="Calibri"/>
              </a:rPr>
              <a:t>Blockchain Ledger
(SHA-256 Blocks)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880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80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880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Component Interaction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20440"/>
            <a:ext cx="11430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8620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1. User authenticates → JWT issued → stored in localStorage.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2. All API calls carry the Bearer token → server validates via jsonwebtoken.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3. Transactions are written to the Ledger table + a SHA-256 Block is mined.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4. Supabase Realtime broadcasts balance changes → dashboard updates live.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5. Fraud engine checks rules post-transaction → flags inserted into fraud_alerts.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6. EmailJS sends transaction receipt to both sender and receiver.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Approach /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Step-by-step engineering strategy adopted to build CampusChain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1 — Database-First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Modeled all entities (users, ledger, blocks, events, tickets, fraud_alerts) in PostgreSQL via Supabase. Row-Level Security policies lock every resource to the correct role (student / admin / vendor).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9844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2 — Blockchain-Inspired Immutability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Every financial transaction generates a unique SHA-256 tx_id and a corresponding Block record (block_number, prev_hash, merkle_root). This creates an append-only audit chain that cannot be altered without breaking hash continuity.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8152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3 — JWT Role-Based Auth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Custom /api/auth/login endpoint issues JWTs with embedded {id, role}. All API routes validate the token server-side using jsonwebtoken, enforcing least-privilege access control per user type.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8152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172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4 — Modular API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520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Each major domain (wallet, ledger, events, fraud, analytics) has its own /api/* route. This separation of concerns simplifies testing, debugging, and future microservice extraction.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6460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5 — Rule-Based Fraud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 fraud engine evaluates every outbound transaction against 4 heuristic rules: (a) 3× average transaction amount, (b) &gt;5 txns in 10 minutes, (c) first-time large transfer to unknown recipient, (d) suspicious round amounts. Flags are stored in fraud_alerts and surfaced on the admin dashboard.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64608"/>
            <a:ext cx="5577840" cy="1600200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956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Step 6 — Real-Time 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035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Supabase Realtime subscriptions push balance changes and incoming transfers to connected clients instantly. Toast notifications alert users without a page refresh, keeping the experience fast and interactive.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Tech Stack (Proposed &amp; Implemented)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Every technology was chosen for its real-world production readiness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3749039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350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099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Next.js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9293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React-based framework with server-side rendering &amp; file-based routing (Pages Router)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3317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55117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Component-driven UI with hooks for state, effects, and real-time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953512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Tailwind CSS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17296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Utility-first CSS framework for a responsive, dark-mode-ready design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75304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Lucide React Icons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794760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Lightweight, consistent icon set across all UI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197096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Recharts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416552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Declarative charting library used in the Analytics &amp; Spending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298448"/>
            <a:ext cx="3749039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3350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Backend &amp;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7099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Next.js API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9293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Serverless backend endpoints: /api/auth, /api/wallet, /api/events, /api/fraud…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3317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Supabase (PostgreSQL)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255117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Cloud-hosted relational DB with Row-Level Security, Realtime subscriptions &amp; admin SDK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2953512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Supabase Realtime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317296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WebSocket-based pub/sub that pushes live balance and ledger updates to clients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1298448"/>
            <a:ext cx="3749039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7" y="133502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Security &amp;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7" y="17099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jsonwebtoken (JWT)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192938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Stateless authentication — tokens embed user id + role; validated on every request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23317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bcryptjs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55117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Salted password hashing (cost=10) for all user password storage and verification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858768"/>
            <a:ext cx="3749039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89534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Utilities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27024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Node.js crypto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4489704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SHA-256 hashing for transaction IDs, block hashes, and Merkle root generation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48920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QRCode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5111496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Server-side QR code generation for vendor payment codes and event tickets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5513831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EmailJS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5733288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Client-side email SDK for sending transaction receipts to both parties instantly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6135623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date-fns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6355079"/>
            <a:ext cx="3566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Lightweight, tree-shakeable date formatting for transaction timestamps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Expected Impact &amp;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What makes CampusChain unique compared to existing campus payment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🔗 Blockchain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Unlike any campus ERP, every transaction is linked in an immutable SHA-256 block chain. Admins can verify the integrity of every payment since the genesis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298448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898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🛡️ Built-In Fraud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73936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A rule-based fraud detection engine runs on every outbound transaction, checking velocity, amount anomalies, and unknown recipients — a feature absent in all standard campus payment apps.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054096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455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⚡ Real-Time Balance &amp;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Supabase Realtime delivers instant push updates to wallets. Students see incoming money appear live with toast alerts — no page refresh required, no delay.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054096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4553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🎫 NFT-Like Event Ticketing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29584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Event tickets are on-chain tokens with a unique ticket_token UUID, linked to a transaction ID in the ledger. Tickets cannot be duplicated or forged.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809744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0118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📊 Spending Analytics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85231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Category-level spending breakdown (fees, P2P, vendor, events) with trend charts powered by Recharts — giving students financial self-awareness not seen before.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809744"/>
            <a:ext cx="5669280" cy="1591056"/>
          </a:xfrm>
          <a:prstGeom prst="rect">
            <a:avLst/>
          </a:prstGeom>
          <a:solidFill>
            <a:srgbClr val="F7F7F7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901183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2E"/>
                </a:solidFill>
                <a:latin typeface="Calibri"/>
              </a:rPr>
              <a:t>🏆 Gamified Leaderboard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285231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A community leaderboard ranks students by token activity, encouraging responsible financial participation and engagement with campus digital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Feasibility &amp;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8288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Designed for real-world deployment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6235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350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Technical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Fully open-source stack (Next.js + Supabase) — zero licensing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76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Deployed on Vercel (frontend) + Supabase Cloud (backend) in &lt; 30 minutes.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51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All components are stateless and horizontally scalable.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127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JWT authentication works without sessions — scales to millions of concurrent users.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98448"/>
            <a:ext cx="56235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3350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Operational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7007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Institution admin creates accounts, mints CC, and monitors from one dashboard.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21762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Students onboard via email registration — no app download required (browser-first).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651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EmailJS receipts keep all parties informed without additional infrastructure.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31272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QR-based vendor payments need only a smartphone camera — no POS hardware.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04487"/>
            <a:ext cx="56235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94106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Scalability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3068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Supabase supports connection pooling (PgBouncer) and read replicas for high 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782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Vercel Edge networking auto-scales API routes globally with zero config.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5257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Blockchain table can be sharded by academic year (block ranges per term).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57332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Multi-campus rollout: each campus gets an isolated Supabase project/schema.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04487"/>
            <a:ext cx="5623560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941063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Future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430682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Mobile app (React Native) reusing the same API layer — no backend changes.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1928" y="4782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Smart contract integration (Ethereum/Solana) for on-chain token minting.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257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AI-powered fraud scoring (ML model replacing rule-based engine).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57332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Integration with national payment rails (UPI, NEFT) for token top-ups.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620877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333333"/>
                </a:solidFill>
                <a:latin typeface="Calibri"/>
              </a:rPr>
              <a:t>• OpenID Connect / Aadhaar eKYC for verified student identity assurance.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1A1A2E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3657600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CampusChain — Smart Campus Financial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Team ViTi  |  A.P. Shah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  <a:latin typeface="Calibri"/>
              </a:rPr>
              <a:t>Built with  ●  Next.js  ●  Supabase  ●  Blockchain  ●  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